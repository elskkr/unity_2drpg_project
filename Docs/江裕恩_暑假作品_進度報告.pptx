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開場：這是我目前在做的 2D JRPG，叫做《林溪村》。</a:t>
            </a:r>
          </a:p>
          <a:p/>
          <a:p>
            <a:r>
              <a:t>今天的報告分兩部分：前面講遊戲內容本身——有哪些角色、玩家會經歷什麼；後面挑五個系統講一下背後的做法。</a:t>
            </a:r>
          </a:p>
          <a:p/>
          <a:p>
            <a:r>
              <a:t>我盡量避開太細的程式細節，重點放在「遇到什麼問題、後來怎麼解決」，沒做過同類型專案的同學應該也聽得懂。</a:t>
            </a:r>
          </a:p>
          <a:p/>
          <a:p>
            <a:r>
              <a:t>最後會講目前的進度，還有接下來打算做什麼。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【開發模式】一個人做，時間和人力都有限。</a:t>
            </a:r>
          </a:p>
          <a:p/>
          <a:p>
            <a:r>
              <a:t>美術、關卡、音效是我自己做的。</a:t>
            </a:r>
          </a:p>
          <a:p/>
          <a:p>
            <a:r>
              <a:t>程式我不會寫，是跟 Claude 對話、一邊做一邊學 Unity 和 C# 學來的。另外用 Claude Code——這是 Claude 的 AI agent，可以透過 Unity CLI 直接操作 Unity：改程式碼、建場景物件、看錯誤訊息、抓問題除錯。</a:t>
            </a:r>
          </a:p>
          <a:p/>
          <a:p>
            <a:r>
              <a:t>【右邊這張圖】是美術素材的來源，一套叫 Pixel Crawler 的免費資源包，地圖、房屋、角色的美術都是用這套做的。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【一句話定位】一個沒有戰鬥的探索型 JRPG。玩家扮演路過的旅人，捲進村子裡三個人的麻煩事。</a:t>
            </a:r>
          </a:p>
          <a:p/>
          <a:p>
            <a:r>
              <a:t>【目前的完成度】七個場景：一個常駐場景、村莊、四間室內、標題畫面。三位有任務對話的 NPC，四條任務，六十五支腳本。</a:t>
            </a:r>
          </a:p>
          <a:p>
            <a:r>
              <a:t>重點是這一條流程是「從頭走到尾都能玩」的——有標題畫面、可以存檔、任務可以接可以交，走完會跳出結局提示。</a:t>
            </a:r>
          </a:p>
          <a:p/>
          <a:p>
            <a:r>
              <a:t>【為什麼沒有戰鬥】這是刻意的取捨，不是做不出來。只有我一個人開發，與其做一個很淺的戰鬥系統，不如把資源集中在對話與任務，把它做深一點。</a:t>
            </a:r>
          </a:p>
          <a:p>
            <a:r>
              <a:t>這也是為什麼待會的技術部分有一半在講這塊。戰鬥是我下一階段想做的事。</a:t>
            </a:r>
          </a:p>
          <a:p/>
          <a:p>
            <a:r>
              <a:t>【右邊這張圖】先給大家一點空間感——村莊在中間，西北南三面是密林，東邊那條河沒有橋，所以玩家過不去。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三個 NPC 不只是三個角色，設計上各自對應一種任務結構——這是刻意安排的，因為我想確認系統撐得住不同形狀的劇情。</a:t>
            </a:r>
          </a:p>
          <a:p/>
          <a:p>
            <a:r>
              <a:t>【愛拉】最單純的結構：她發任務、也是她收。她同時是情報中樞——玩家要先跟她聊過，才會知道亞爾的事。</a:t>
            </a:r>
          </a:p>
          <a:p/>
          <a:p>
            <a:r>
              <a:t>【亞爾】有選擇分歧的支線。玩家撿到他的劍之後，可以選擇還給他或留著自用，兩種都有結局。等一下第五頁會細講。</a:t>
            </a:r>
          </a:p>
          <a:p/>
          <a:p>
            <a:r>
              <a:t>【賽勒】兩階段的任務鏈：先找回他弄丟的配方，交給他之後才會開啟第二階段，要按比例採集三種作物。</a:t>
            </a:r>
          </a:p>
          <a:p/>
          <a:p>
            <a:r>
              <a:t>如果三個 NPC 都是同一種結構，那我的系統其實只被驗證了一次。刻意做成三種不同的形狀，才知道架構撐不撐得住。</a:t>
            </a:r>
          </a:p>
          <a:p/>
          <a:p>
            <a:r>
              <a:t>圖就是他們在遊戲裡實際待的位置：愛拉在自家農田旁、亞爾坐在村口、賽勒在鍊藥桌前。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主線是一條很短的線，但每一步都在驗證某個系統功能。</a:t>
            </a:r>
          </a:p>
          <a:p/>
          <a:p>
            <a:r>
              <a:t>第一步接任務，第二步是情報系統，第三步是撿道具與世界狀態，第四步是任務的道具檢查，第五步是任務完成與獎勵發放。</a:t>
            </a:r>
          </a:p>
          <a:p/>
          <a:p>
            <a:r>
              <a:t>【重點講第四步】配方上寫的是甜菜 1、高麗菜 1.5、洋蔥 2.5。但作物不能採半顆，所以玩家要自己想到「全部乘以二」，變成 2:3:5。</a:t>
            </a:r>
          </a:p>
          <a:p/>
          <a:p>
            <a:r>
              <a:t>我刻意不在任務欄寫「採集甜菜 2 個」，因為那樣謎題就不存在了。對話裡有給公平的提示：賽勒會說「作物沒辦法切半，該採幾份你自己算算」。</a:t>
            </a:r>
          </a:p>
          <a:p/>
          <a:p>
            <a:r>
              <a:t>資訊給足，但最後一步推理留給玩家自己完成——這是我覺得比較有意思的設計。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這是目前唯一有分歧的支線，也是最能展示對話系統彈性的地方。</a:t>
            </a:r>
          </a:p>
          <a:p/>
          <a:p>
            <a:r>
              <a:t>【流程】玩家在森林裡撿到一把舊佩劍。但這時候他不知道那是誰的。</a:t>
            </a:r>
          </a:p>
          <a:p>
            <a:r>
              <a:t>要先跟愛拉聊過，才會知道村口那位大叔前陣子在森林受傷、把劍弄丟了。</a:t>
            </a:r>
          </a:p>
          <a:p>
            <a:r>
              <a:t>知道這件事之後，再去找亞爾，對話裡才會長出「劍，我找到了」這個選項。</a:t>
            </a:r>
          </a:p>
          <a:p/>
          <a:p>
            <a:r>
              <a:t>【設計上最重要的一點】兩種選擇都必須是合理的，不能有一個是明顯的錯誤選項。</a:t>
            </a:r>
          </a:p>
          <a:p>
            <a:r>
              <a:t>還劍：亞爾態度軟化，未來章節他會幫你。</a:t>
            </a:r>
          </a:p>
          <a:p>
            <a:r>
              <a:t>留著：你得到一件實用裝備，但這條任務就永遠停在未完成。</a:t>
            </a:r>
          </a:p>
          <a:p/>
          <a:p>
            <a:r>
              <a:t>【技術上的連鎖影響】因為留著劍的玩家任務永遠不會完成，所以我判斷「試玩內容結束」的條件不能只看任務完成，必須改成看世界事件的旗標。這是內容設計反過來逼著改架構的例子。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【問題】Unity 的「場景」可以想成一個舞台。直覺做法是村莊一個舞台、房子內部另一個舞台，走進門就換台。</a:t>
            </a:r>
          </a:p>
          <a:p>
            <a:r>
              <a:t>但換舞台時，台上的東西會全部被清掉重來。玩家角色、背包道具、任務進度全部歸零。我最早的版本走進房子就會發現背包空了、玩家回到地圖原點。</a:t>
            </a:r>
          </a:p>
          <a:p/>
          <a:p>
            <a:r>
              <a:t>【解法】改成上下兩層。</a:t>
            </a:r>
          </a:p>
          <a:p>
            <a:r>
              <a:t>下層是一個「常駐場景」，永遠不卸載，裡面放玩家、攝影機、所有管理器、還有整個 UI。</a:t>
            </a:r>
          </a:p>
          <a:p>
            <a:r>
              <a:t>上層才是會換的地圖，用「疊加」的方式載入到常駐場景上面。</a:t>
            </a:r>
          </a:p>
          <a:p>
            <a:r>
              <a:t>換地圖時只卸載上面那層，下面那層動都不動——所以玩家跟背包從頭到尾都是同一份。</a:t>
            </a:r>
          </a:p>
          <a:p/>
          <a:p>
            <a:r>
              <a:t>【轉場流程】走進門的時候依序做五件事：先鎖住輸入（不然玩家會在黑畫面裡亂走，出現在奇怪的位置）、淡出、卸載舊場景載入新場景、把玩家放到門的另一邊、最後淡入解鎖。</a:t>
            </a:r>
          </a:p>
          <a:p/>
          <a:p>
            <a:r>
              <a:t>【那個坑】轉場用的黑色幕布平常是完全透明的，大家會忘記它還在。但它預設會攔截滑鼠事件——看不見歸看不見，點擊全部被它吃掉。</a:t>
            </a:r>
          </a:p>
          <a:p>
            <a:r>
              <a:t>症狀是標題畫面的按鈕點不動，但畫面看起來一切正常，查了很久。修法是只在轉場那不到一秒的時間才打開攔截。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【問題】這是 2D 遊戲，但要有立體感：玩家走到樹前面要遮住樹，走到後面要被樹遮住。</a:t>
            </a:r>
          </a:p>
          <a:p>
            <a:r>
              <a:t>2D 沒有深度的概念，所有東西畫在同一個平面上，畫的順序由一個「排序序號」決定。如果序號寫死，玩家就永遠只能在樹前面或永遠在樹後面，兩種都很怪。</a:t>
            </a:r>
          </a:p>
          <a:p/>
          <a:p>
            <a:r>
              <a:t>【解法】用 Y 座標算排序序號。規則只有一句：畫面上越低的東西，畫在越前面。</a:t>
            </a:r>
          </a:p>
          <a:p>
            <a:r>
              <a:t>因為在俯視角裡，「比較低」在視覺上就代表「比較靠近鏡頭」。</a:t>
            </a:r>
          </a:p>
          <a:p>
            <a:r>
              <a:t>乘 100 是為了保留小數精度，不然同一格裡的東西會分不出前後。取負號是因為 Y 越小要越前面。</a:t>
            </a:r>
          </a:p>
          <a:p/>
          <a:p>
            <a:r>
              <a:t>左下那兩張圖就是實際效果：同一棵樹，玩家 Y 座標比樹低的時候整個人畫在樹幹之上；走到樹上方，樹幹就畫在他身上，只剩手腳從兩側露出來。</a:t>
            </a:r>
          </a:p>
          <a:p/>
          <a:p>
            <a:r>
              <a:t>【右邊的圖層】這是靜態的大分類：地面永遠在最底，前景遮蔽永遠在最上。但同一層裡面誰前誰後，就得靠剛剛那條公式每一幀重算。</a:t>
            </a:r>
          </a:p>
          <a:p/>
          <a:p>
            <a:r>
              <a:t>【那個坑】這段計算我第一版只寫在遊戲執行時。結果我在編輯器裡擺場景，看到的排序全是預設值，跟實際玩起來不一樣——等於沒辦法用眼睛確認有沒有擺對。後來改成編輯器裡也持續計算。工具的正確性也是產品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【需求】玩家不能走出地圖，不然會離開所有地形，走進純黑的空間。</a:t>
            </a:r>
          </a:p>
          <a:p/>
          <a:p>
            <a:r>
              <a:t>【但不想用空氣牆】直接放一道看不見的牆最省事，可是玩家會很出戲——明明看得到前面是一片開闊的草地，卻莫名其妙被擋住。</a:t>
            </a:r>
          </a:p>
          <a:p/>
          <a:p>
            <a:r>
              <a:t>【所以做法反過來】不是「擋住玩家」，而是「讓玩家不想往那走」。</a:t>
            </a:r>
          </a:p>
          <a:p>
            <a:r>
              <a:t>西、北、南三面各鋪一排密林，外排放大樹擋住視線，內排混小樹做層次，位置帶一點亂數擾動，避免看起來像整排複製貼上。</a:t>
            </a:r>
          </a:p>
          <a:p>
            <a:r>
              <a:t>碰撞牆藏在樹的後面。玩家視覺上早就被樹擋住了，根本走不到牆的位置，所以他永遠不會意識到那道牆存在。</a:t>
            </a:r>
          </a:p>
          <a:p/>
          <a:p>
            <a:r>
              <a:t>東面完全沒做——因為那條河沒有橋，本來就過不去。</a:t>
            </a:r>
          </a:p>
          <a:p/>
          <a:p>
            <a:r>
              <a:t>【村口那個缺口】南面刻意留一個開口，放一道柵欄，旁邊可以查看，文字提到南方通往眠雪鎮。</a:t>
            </a:r>
          </a:p>
          <a:p>
            <a:r>
              <a:t>這樣邊界就不只是「牆」，而是「這裡有路，只是現在還不能去」——給了世界觀往外延伸的空間，之後要擴充地圖也接得上。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【程式端其實只做一件事】判斷這個 NPC 現在該說哪一段話。</a:t>
            </a:r>
          </a:p>
          <a:p/>
          <a:p>
            <a:r>
              <a:t>每個 NPC 身上掛著一份資料，裡面有四段台詞，對應四種狀態：</a:t>
            </a:r>
          </a:p>
          <a:p>
            <a:r>
              <a:t>· 可接取：任務還沒接 → 說委託的話，頭上出現黃色驚嘆號</a:t>
            </a:r>
          </a:p>
          <a:p>
            <a:r>
              <a:t>· 進行中：任務接了但道具還不夠 → 說催促的話，頭上沒有標記</a:t>
            </a:r>
          </a:p>
          <a:p>
            <a:r>
              <a:t>· 可交付：道具集滿了 → 說收下的話，頭上出現橘色驚嘆號</a:t>
            </a:r>
          </a:p>
          <a:p>
            <a:r>
              <a:t>· 已完成：說完成後的閒聊</a:t>
            </a:r>
          </a:p>
          <a:p/>
          <a:p>
            <a:r>
              <a:t>四段台詞都是在編輯器裡直接打字填進去的，所以新增一個 NPC 我不用寫任何程式，只要填一張表格。</a:t>
            </a:r>
          </a:p>
          <a:p/>
          <a:p>
            <a:r>
              <a:t>【頭上的標記】這個視覺提示我覺得蠻重要的——玩家不用一個一個去按對話試，遠遠看就知道誰有事找他。黃色是有新任務可以接，橘色是可以回報了。</a:t>
            </a:r>
          </a:p>
          <a:p/>
          <a:p>
            <a:r>
              <a:t>【如果被問到多階段】賽勒有兩個階段，第二階段要等第一階段完成才會解鎖。解鎖條件目前有四種：要先完成某條任務、要先接下某條任務、要持有某個道具、或某個世界事件已經觸發過。這四種是每次遇到「這個劇本寫不出來」才補一種，慢慢加起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【問題的起點】很具體：玩家憑什麼知道亞爾弄丟了劍？</a:t>
            </a:r>
          </a:p>
          <a:p>
            <a:r>
              <a:t>最早的版本是玩家一走近，選項裡就直接出現「聽說你在森林弄丟了佩劍？」——但他根本還沒跟任何人聊過，這句話從哪來的？角色像會讀心術。</a:t>
            </a:r>
          </a:p>
          <a:p/>
          <a:p>
            <a:r>
              <a:t>所以我需要一個「玩家知道什麼」的概念，這就是情報系統。跟愛拉聊天 → 她提到亞爾的事 → 解鎖情報 → 亞爾那個選項才選得動。</a:t>
            </a:r>
          </a:p>
          <a:p/>
          <a:p>
            <a:r>
              <a:t>【這一頁真正的重點是那個設計抉擇】沒解鎖情報的時候，那個選項該怎麼處理？</a:t>
            </a:r>
          </a:p>
          <a:p/>
          <a:p>
            <a:r>
              <a:t>第一版我直接把它藏起來。結果問題是：玩家完全不知道這裡有東西。他跟亞爾講完話，看到兩個選項，選完就走了，永遠不知道自己錯過了一整條支線。</a:t>
            </a:r>
          </a:p>
          <a:p/>
          <a:p>
            <a:r>
              <a:t>第二版改成選項照樣顯示，但文字變成問號、顏色半透明。玩家看得到「這裡有第三個選項」，選下去會跳出提示說缺少情報。</a:t>
            </a:r>
          </a:p>
          <a:p/>
          <a:p>
            <a:r>
              <a:t>效果是把「錯過」變成「好奇」——玩家知道有東西沒拿到，會主動去找人聊天。</a:t>
            </a:r>
          </a:p>
          <a:p/>
          <a:p>
            <a:r>
              <a:t>【兩個細節】提示裡故意不寫出情報的名稱，因為講出名字就等於先暴雷了。另外選到鎖住的選項不會結束對話，玩家可以留在原地繼續選別的，不然每次都要重開很煩。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這是遊戲裡所有 UI 物件在場景中的組織方式，直接從場景檔裡的階層畫出來的。</a:t>
            </a:r>
          </a:p>
          <a:p/>
          <a:p>
            <a:r>
              <a:t>【七個群組】飄字層、對話框、互動提示、通知、資訊視窗、設定面板、過場演出。</a:t>
            </a:r>
          </a:p>
          <a:p/>
          <a:p>
            <a:r>
              <a:t>【第一件事：排列順序就是繪製順序】在 Unity 裡，排在越後面的東西畫在越上層。</a:t>
            </a:r>
          </a:p>
          <a:p>
            <a:r>
              <a:t>所以飄字放在最上面，代表它畫在最底層，會被其他 UI 蓋住——這是我要的，撿道具的飄字不該蓋住對話框。</a:t>
            </a:r>
          </a:p>
          <a:p>
            <a:r>
              <a:t>過場演出放在最後，所以它蓋在所有東西上面。</a:t>
            </a:r>
          </a:p>
          <a:p>
            <a:r>
              <a:t>這些都不用寫程式控制，調整順序就好。</a:t>
            </a:r>
          </a:p>
          <a:p/>
          <a:p>
            <a:r>
              <a:t>【第二件事：相關的東西包成一組】背包、任務、情報這三個分頁，還有它們共用的那條分頁列，全部裝在 InfoWindow 底下。</a:t>
            </a:r>
          </a:p>
          <a:p>
            <a:r>
              <a:t>這樣「開啟資訊視窗」就是開啟一個物件，不用一個一個管。</a:t>
            </a:r>
          </a:p>
          <a:p>
            <a:r>
              <a:t>設定面板底下也是同樣的結構，有音量跟鍵位兩個子頁面加一條分頁列。</a:t>
            </a:r>
          </a:p>
          <a:p/>
          <a:p>
            <a:r>
              <a:t>【第三件事：面板預設是關著的】場景檔裡看到的是「全部收起來」的狀態。遊戲跑起來之後，由程式決定什麼時候打開哪一個，而且同時只會有一個開著。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【核心問題】遊戲跑的時候，一條任務在記憶體裡是一個「指向資料的參照」。但這種東西沒辦法存進檔案——它只是一個位址，下次開遊戲就無效了。</a:t>
            </a:r>
          </a:p>
          <a:p/>
          <a:p>
            <a:r>
              <a:t>所以做法是：每個道具、任務、情報都給一組固定的字串 ID。</a:t>
            </a:r>
          </a:p>
          <a:p>
            <a:r>
              <a:t>存檔的時候存 ID，讀檔的時候再用 ID 查回真正的東西。</a:t>
            </a:r>
          </a:p>
          <a:p/>
          <a:p>
            <a:r>
              <a:t>【需要一份對照表】遊戲裡有一份清單，拖著全部的道具、任務、情報。讀檔時就在這份清單裡找 ID 對得上的那一個。</a:t>
            </a:r>
          </a:p>
          <a:p/>
          <a:p>
            <a:r>
              <a:t>【代價】新增一個道具或任務時，一定要記得把它拖進這份清單。忘了的話，存檔讀回來會少東西——症狀是「玩家的某個任務莫名其妙消失」，而且不會報錯，非常難查。</a:t>
            </a:r>
          </a:p>
          <a:p>
            <a:r>
              <a:t>所以我在讀檔查不到的時候加了明確的警告訊息，直接告訴我是哪個 ID 找不到。</a:t>
            </a:r>
          </a:p>
          <a:p/>
          <a:p>
            <a:r>
              <a:t>【存檔記了什麼】玩家在哪個場景、精確座標、每條任務的狀態與進度、背包內容、撿過哪些東西、採過哪些田、解鎖了哪些情報、還有累積的遊玩時數。</a:t>
            </a:r>
          </a:p>
          <a:p/>
          <a:p>
            <a:r>
              <a:t>【存檔時機】進出場景時自動存一次、選「儲存並回到標題」時存一次、還有開始新遊戲的當下也會立刻存一次——不然玩家開了新遊戲馬上關掉，存檔槽還顯示空的，他會以為遊戲壞了。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這一頁快速帶過就好，每個講一句，主要是讓大家知道完成度。</a:t>
            </a:r>
          </a:p>
          <a:p/>
          <a:p>
            <a:r>
              <a:t>【如果只挑一個講，我建議鍵位設定的衝突處理】</a:t>
            </a:r>
          </a:p>
          <a:p>
            <a:r>
              <a:t>多數遊戲遇到按鍵衝突是跳一個錯誤訊息叫玩家自己解決。我選擇直接把兩個動作的按鍵對調——這樣永遠不會出現「某個動作沒有鍵可按」的狀態，也不用跟玩家解釋任何事。</a:t>
            </a:r>
          </a:p>
          <a:p/>
          <a:p>
            <a:r>
              <a:t>【通知與飄字為什麼是兩條管道】任務、情報這種「系統訊息」跳在左上角，有底色、會排隊，確保玩家看得到。撿道具的飄字是「現場回饋」，從物品原地冒出來、往上飄、淡出，沒有底色、不排隊——它不該搶注意力。兩種東西性質不同，所以做成兩套。</a:t>
            </a:r>
          </a:p>
          <a:p/>
          <a:p>
            <a:r>
              <a:t>【中文字型如果被問到】我用的像素字型中文字不全，缺字時會自動換成另一套備援字型，但那套字天生畫得比較大、基線位置也不一樣，所以同一行字會忽大忽小、上下亂跳。後來是逐字去調整每個字的基線位置才修好的。這是我開發到現在花最久的一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【目前的進度】從標題畫面開始，可以新建遊戲或讀取存檔，進到村莊之後接任務、探索、解謎、交任務，走完會跳出「試玩內容到此結束」的提示。</a:t>
            </a:r>
          </a:p>
          <a:p>
            <a:r>
              <a:t>這一條是完整可玩的，不是半成品的拼湊。</a:t>
            </a:r>
          </a:p>
          <a:p/>
          <a:p>
            <a:r>
              <a:t>七個場景、三位有任務的 NPC、四條任務、六十五支腳本。</a:t>
            </a:r>
          </a:p>
          <a:p>
            <a:r>
              <a:t>沒有戰鬥，但存檔、對話、任務、情報、UI 框架、鍵位設定這些都是完整可用的。</a:t>
            </a:r>
          </a:p>
          <a:p/>
          <a:p>
            <a:r>
              <a:t>【接下來三個方向】</a:t>
            </a:r>
          </a:p>
          <a:p/>
          <a:p>
            <a:r>
              <a:t>第一，擴充地圖。河對岸的東岸地形其實已經鋪好了，但因為沒有橋，玩家目前到不了。另外村口柵欄那邊提到南方有個「眠雪鎮」——這兩個地方我在做邊界的時候就刻意留了伏筆，不是臨時想的，接得上去。</a:t>
            </a:r>
          </a:p>
          <a:p/>
          <a:p>
            <a:r>
              <a:t>第二，補完現有系統的缺口。存檔點的程式其實寫好了但還沒放進場景；作物採收之後不會重長；還有目前沒有操作說明畫面，玩家只能靠鍵位設定頁去猜。</a:t>
            </a:r>
          </a:p>
          <a:p/>
          <a:p>
            <a:r>
              <a:t>第三，加入戰鬥系統。這是目前刻意沒做的最大一塊，也是下一階段的主軸。</a:t>
            </a:r>
          </a:p>
          <a:p/>
          <a:p>
            <a:r>
              <a:t>以上是這次的進度報告，謝謝大家。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進度回報 · 2D JRPG 開發</a:t>
            </a:r>
            <a:endParaRPr sz="14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847088"/>
            <a:ext cx="6400800" cy="1048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64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RPG</a:t>
            </a:r>
            <a:r>
              <a:rPr lang="zh-TW" altLang="en-US" sz="64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</a:t>
            </a:r>
            <a:endParaRPr lang="zh-TW" altLang="en-US" sz="64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65836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FA65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遊戲內容與系統架構</a:t>
            </a:r>
            <a:endParaRPr sz="2400" b="1">
              <a:solidFill>
                <a:srgbClr val="7FA65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639312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一款 Unity 2D 俯視角角色扮演遊戲</a:t>
            </a:r>
            <a:endParaRPr sz="150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目前完成的內容、做法，以及接下來的方向</a:t>
            </a:r>
            <a:endParaRPr sz="150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4882896"/>
            <a:ext cx="2377440" cy="45720"/>
          </a:xfrm>
          <a:prstGeom prst="roundRect">
            <a:avLst>
              <a:gd name="adj" fmla="val 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Unity 6000.3 · C# · 7 個場景</a:t>
            </a:r>
            <a:endParaRPr sz="130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開發者：</a:t>
            </a:r>
            <a:r>
              <a:rPr lang="zh-TW" sz="13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資工三 江裕恩</a:t>
            </a:r>
            <a:r>
              <a:rPr sz="13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·　2026</a:t>
            </a:r>
            <a:endParaRPr sz="130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TextBox 35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開發歷程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開發過程與工具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73936"/>
            <a:ext cx="4581736" cy="361188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63640" y="5532120"/>
            <a:ext cx="4581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美術素材：Pixel Crawler（免費資源包）</a:t>
            </a:r>
            <a:endParaRPr sz="14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3640" y="5897880"/>
            <a:ext cx="45817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地圖、房屋、角色的美術都用這套。</a:t>
            </a:r>
            <a:endParaRPr sz="14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1737360"/>
            <a:ext cx="5257800" cy="91440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1883664"/>
            <a:ext cx="365760" cy="365760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188366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44168" y="1847088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開發前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44168" y="2194560"/>
            <a:ext cx="42519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透過與 Claude 對話，學習怎麼使用 Unity。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2798064"/>
            <a:ext cx="5257800" cy="118872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3816" y="2944368"/>
            <a:ext cx="365760" cy="36576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2944368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44168" y="2907792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開發中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44168" y="3255264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使用 Claude Code 與 Unity CLI 串接，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透過 AI agent 協助開發，邊做邊學。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4133087"/>
            <a:ext cx="5257800" cy="1700784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" y="4279392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279392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5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44168" y="4242816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工作分配</a:t>
            </a:r>
            <a:endParaRPr sz="1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344168" y="4708143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18487" y="4626864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C# 腳本與除錯，大部分由 Claude Code 完成</a:t>
            </a:r>
            <a:endParaRPr sz="14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344168" y="5220208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18487" y="5138928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我負責整體遊戲架構、地圖設計，以及其他</a:t>
            </a:r>
            <a:endParaRPr sz="14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導覽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這個 Demo 是什麼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一個沒有戰鬥的探索型 JRPG——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所有推進都靠跟人說話與觀察環境。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072384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7</a:t>
            </a:r>
            <a:r>
              <a:rPr sz="15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個場景</a:t>
            </a:r>
            <a:endParaRPr sz="15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3072384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r>
              <a:rPr sz="15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位任務 NPC</a:t>
            </a:r>
            <a:endParaRPr sz="15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4123944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r>
              <a:rPr sz="15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條任務</a:t>
            </a:r>
            <a:endParaRPr sz="15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4123944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65</a:t>
            </a:r>
            <a:r>
              <a:rPr sz="15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支 C# 腳本</a:t>
            </a:r>
            <a:endParaRPr sz="15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358384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沒有戰鬥是刻意取捨：一個人開發，資源集中在對話與任務系統。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0" name="Picture 9" descr="全地圖.png"/>
          <p:cNvPicPr>
            <a:picLocks noChangeAspect="1"/>
          </p:cNvPicPr>
          <p:nvPr/>
        </p:nvPicPr>
        <p:blipFill>
          <a:blip r:embed="rId1"/>
          <a:srcRect l="51" r="51"/>
          <a:stretch>
            <a:fillRect/>
          </a:stretch>
        </p:blipFill>
        <p:spPr>
          <a:xfrm>
            <a:off x="6373368" y="1773936"/>
            <a:ext cx="4882896" cy="4352544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73368" y="6217920"/>
            <a:ext cx="4882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林溪村全圖：三面密林，東面靠河流天然阻隔</a:t>
            </a:r>
            <a:endParaRPr sz="14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林溪村與三位村民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100297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三個人各自代表一種不同形狀的任務結構。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2231136"/>
            <a:ext cx="3502152" cy="38770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46888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愛</a:t>
            </a:r>
            <a:endParaRPr sz="19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5608" y="2450592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愛拉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5608" y="28346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單階段委託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9" name="Picture 8" descr="愛拉位置.png"/>
          <p:cNvPicPr>
            <a:picLocks noChangeAspect="1"/>
          </p:cNvPicPr>
          <p:nvPr/>
        </p:nvPicPr>
        <p:blipFill>
          <a:blip r:embed="rId1"/>
          <a:srcRect l="22000" t="2243" r="18000" b="36243"/>
          <a:stretch>
            <a:fillRect/>
          </a:stretch>
        </p:blipFill>
        <p:spPr>
          <a:xfrm>
            <a:off x="740664" y="3200400"/>
            <a:ext cx="3209544" cy="160020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50392" y="4956048"/>
            <a:ext cx="2990088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染病的少女。玩家所有情報的起點，主線與支線都從她口中流出。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70248" y="2231136"/>
            <a:ext cx="3502152" cy="3877056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2468880"/>
            <a:ext cx="457200" cy="45720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亞</a:t>
            </a:r>
            <a:endParaRPr sz="19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11496" y="2450592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亞爾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11496" y="28346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有分歧的支線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5" name="Picture 14" descr="亞爾位置.png"/>
          <p:cNvPicPr>
            <a:picLocks noChangeAspect="1"/>
          </p:cNvPicPr>
          <p:nvPr/>
        </p:nvPicPr>
        <p:blipFill>
          <a:blip r:embed="rId2"/>
          <a:srcRect l="26000" t="5232" r="14000" b="33232"/>
          <a:stretch>
            <a:fillRect/>
          </a:stretch>
        </p:blipFill>
        <p:spPr>
          <a:xfrm>
            <a:off x="4416552" y="3200400"/>
            <a:ext cx="3209544" cy="160020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526280" y="4956048"/>
            <a:ext cx="29900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脾氣暴躁的退役戰士。在森林裡弄丟了佩劍，但不會主動對外人提。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46136" y="2231136"/>
            <a:ext cx="3502152" cy="38770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2167" y="2468880"/>
            <a:ext cx="457200" cy="457200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賽</a:t>
            </a:r>
            <a:endParaRPr sz="19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87384" y="2450592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賽勒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87384" y="28346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多階段任務鏈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21" name="Picture 20" descr="賽勒位置.png"/>
          <p:cNvPicPr>
            <a:picLocks noChangeAspect="1"/>
          </p:cNvPicPr>
          <p:nvPr/>
        </p:nvPicPr>
        <p:blipFill>
          <a:blip r:embed="rId3"/>
          <a:srcRect l="27000" t="14281" r="13000" b="24281"/>
          <a:stretch>
            <a:fillRect/>
          </a:stretch>
        </p:blipFill>
        <p:spPr>
          <a:xfrm>
            <a:off x="8092440" y="3200400"/>
            <a:ext cx="3209544" cy="160020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8202167" y="4956048"/>
            <a:ext cx="29900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守在鍊藥桌前的煉藥師。先要玩家找回配方，再依比例採齊三種作物。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主線流程：一瓶藥的距離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3969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01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7066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愛拉病倒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進村遇上臥病的愛拉</a:t>
            </a:r>
            <a:endParaRPr sz="13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679191" y="2852928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92024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0" y="213969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02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8960" y="27066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打聽情報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08960" y="31089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跟她深聊，解鎖情報</a:t>
            </a:r>
            <a:endParaRPr sz="13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919472" y="2852928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92024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49240" y="213969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03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49240" y="27066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尋找配方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49240" y="31089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到賽勒屋內找回藥方</a:t>
            </a:r>
            <a:endParaRPr sz="13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159752" y="2852928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192024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0" y="213969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04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0" y="27066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比例謎題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20" y="31089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自己換算成整數份</a:t>
            </a:r>
            <a:endParaRPr sz="13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9400032" y="2852928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55480" y="192024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9800" y="213969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05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29800" y="27066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煉藥送回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29800" y="31089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交齊作物、送藥回去</a:t>
            </a:r>
            <a:endParaRPr sz="13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4334256"/>
            <a:ext cx="11002975" cy="1316736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451713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設計亮點：比例謎題</a:t>
            </a:r>
            <a:endParaRPr sz="18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8408" y="4956048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配方寫的是「甜菜 1、高麗菜 1.5、洋蔥 2.5」。作物不能切半——玩家得自己換算成 2 : 3 : 5。</a:t>
            </a:r>
            <a:endParaRPr sz="1700" b="0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5797296"/>
            <a:ext cx="110029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這是全遊戲唯一需要動腦的地方。答案藏在對話文字裡，任務欄不會直接寫出數量。</a:t>
            </a:r>
            <a:endParaRPr sz="15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支線：亞爾的佩劍與兩種結局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7007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82880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森林拾劍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8" y="21762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在森林撿到一把舊佩劍</a:t>
            </a:r>
            <a:endParaRPr sz="12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3246120" y="2139696"/>
            <a:ext cx="128016" cy="146304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2424" y="17007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2880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取得情報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3592" y="21762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跟愛拉聊過才知道是誰的</a:t>
            </a:r>
            <a:endParaRPr sz="12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044183" y="2139696"/>
            <a:ext cx="128016" cy="146304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0488" y="17007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82880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開啟對話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91656" y="21762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情報解鎖後才長出關鍵選項</a:t>
            </a:r>
            <a:endParaRPr sz="12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8842248" y="2139696"/>
            <a:ext cx="128016" cy="146304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88552" y="17007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82880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玩家抉擇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89720" y="21762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歸還，或是留下自用</a:t>
            </a:r>
            <a:endParaRPr sz="12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3035808"/>
            <a:ext cx="5257800" cy="1170432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" y="3255263"/>
            <a:ext cx="329184" cy="329184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16" y="321868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歸還佩劍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" y="3639312"/>
            <a:ext cx="47548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亞爾態度軟化，未來章節他會成為助力。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4334256"/>
            <a:ext cx="5257800" cy="1170432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" y="4553712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1016" y="4517136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留著自用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2104" y="4937760"/>
            <a:ext cx="47548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保有一件實用裝備，但這條任務永遠不會完成。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5705856"/>
            <a:ext cx="5257800" cy="340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兩種選擇都有結局。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28" name="Picture 27" descr="亞爾任務-是否還劍.png"/>
          <p:cNvPicPr>
            <a:picLocks noChangeAspect="1"/>
          </p:cNvPicPr>
          <p:nvPr/>
        </p:nvPicPr>
        <p:blipFill>
          <a:blip r:embed="rId1"/>
          <a:srcRect t="96" b="96"/>
          <a:stretch>
            <a:fillRect/>
          </a:stretch>
        </p:blipFill>
        <p:spPr>
          <a:xfrm>
            <a:off x="6035040" y="3035808"/>
            <a:ext cx="5559552" cy="269748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6035040" y="5833872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撿到劍並解鎖情報後，對話才會長出「劍，我找到了」這個選項。</a:t>
            </a:r>
            <a:endParaRPr sz="14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1 章 · 場景架構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換場景時，東西不能全部消失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Unity 換場景時會把場上的東西全部清掉——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玩家、背包、任務進度都會歸零。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980944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上層 · 關卡場景（會被卸載）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345643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AF2E4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村莊 · 四間室內 · 標題畫面</a:t>
            </a:r>
            <a:endParaRPr sz="1300" b="0">
              <a:solidFill>
                <a:srgbClr val="EAF2E4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4041648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69663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下層 · 常駐場景（永不卸載）</a:t>
            </a:r>
            <a:endParaRPr sz="15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51713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 · 攝影機 · 管理器 · UI 畫布</a:t>
            </a:r>
            <a:endParaRPr sz="13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5138928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換地圖時只卸載上面那層，下面那層動都不動。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玩家跟背包從頭到尾都是同一份。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330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走進一扇門時做的事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18503" y="2429764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5" y="2340864"/>
            <a:ext cx="497433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鎖住玩家輸入，避免亂走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18503" y="2905252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5" y="2816352"/>
            <a:ext cx="497433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畫面淡出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318503" y="3380740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5" y="3291840"/>
            <a:ext cx="497433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卸載舊場景、載入新場景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318503" y="3856227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5" y="3767328"/>
            <a:ext cx="497433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把玩家放到門的另一邊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318503" y="4331716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5" y="4242816"/>
            <a:ext cx="497433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淡入、解鎖輸入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4901184"/>
            <a:ext cx="5330952" cy="1536192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5065776"/>
            <a:ext cx="4782312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踩過的坑</a:t>
            </a:r>
            <a:endParaRPr sz="15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59" y="5431536"/>
            <a:ext cx="47823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轉場用的黑幕平常是透明的，但它會攔截滑鼠——</a:t>
            </a:r>
            <a:endParaRPr sz="14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標題畫面的按鈕全部點不動，而且看起來完全正常。</a:t>
            </a:r>
            <a:endParaRPr sz="14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2 章 · 地圖與畫面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一行公式做出立體感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577840" cy="841248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排序序號 ＝ −(Y 座標) × 100</a:t>
            </a:r>
            <a:endParaRPr sz="20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557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畫面上越低的東西，畫在越前面。因為俯視角裡「比較低」</a:t>
            </a:r>
            <a:endParaRPr sz="17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就代表「比較靠近鏡頭」。</a:t>
            </a:r>
            <a:endParaRPr sz="17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8" name="Picture 7" descr="樹前面.png"/>
          <p:cNvPicPr>
            <a:picLocks noChangeAspect="1"/>
          </p:cNvPicPr>
          <p:nvPr/>
        </p:nvPicPr>
        <p:blipFill>
          <a:blip r:embed="rId1"/>
          <a:srcRect l="33700" t="24097" r="32300" b="46097"/>
          <a:stretch>
            <a:fillRect/>
          </a:stretch>
        </p:blipFill>
        <p:spPr>
          <a:xfrm>
            <a:off x="594360" y="3931920"/>
            <a:ext cx="2724912" cy="1161288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pic>
        <p:nvPicPr>
          <p:cNvPr id="9" name="Picture 8" descr="樹後面.png"/>
          <p:cNvPicPr>
            <a:picLocks noChangeAspect="1"/>
          </p:cNvPicPr>
          <p:nvPr/>
        </p:nvPicPr>
        <p:blipFill>
          <a:blip r:embed="rId2"/>
          <a:srcRect l="33500" t="26144" r="32500" b="44144"/>
          <a:stretch>
            <a:fillRect/>
          </a:stretch>
        </p:blipFill>
        <p:spPr>
          <a:xfrm>
            <a:off x="3447288" y="3931920"/>
            <a:ext cx="2724912" cy="1161288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5175504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站在樹前：完整顯示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7288" y="5175504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站在樹後：被樹幹遮住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5632704"/>
            <a:ext cx="55778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同一層裡誰前誰後不能寫死，因為玩家會走來走去——每一幀重算一次。</a:t>
            </a:r>
            <a:endParaRPr sz="15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地圖的圖層分工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6520" y="2340864"/>
            <a:ext cx="5148072" cy="566928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340864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前景遮蔽</a:t>
            </a:r>
            <a:endParaRPr sz="15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20" y="2340864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樹冠、屋簷</a:t>
            </a:r>
            <a:endParaRPr sz="1350" b="0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46520" y="2999232"/>
            <a:ext cx="5148072" cy="566928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999232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物件層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0" y="2999232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樹、石頭、NPC</a:t>
            </a:r>
            <a:endParaRPr sz="135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46520" y="3657600"/>
            <a:ext cx="5148072" cy="566928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365760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碰撞層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365760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看不見的阻擋範圍</a:t>
            </a:r>
            <a:endParaRPr sz="135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46520" y="4315968"/>
            <a:ext cx="5148072" cy="566928"/>
          </a:xfrm>
          <a:prstGeom prst="roundRect">
            <a:avLst>
              <a:gd name="adj" fmla="val 500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4315968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地面層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0" y="4315968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草地、道路、河流</a:t>
            </a:r>
            <a:endParaRPr sz="135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46520" y="5120640"/>
            <a:ext cx="5148072" cy="1335024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5266944"/>
            <a:ext cx="46360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坑：編輯器裡看不到效果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02552" y="5614416"/>
            <a:ext cx="46360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第一版只在遊戲跑起來時計算，導致在編輯器擺場景時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看到的排序是錯的——所見不等於所得。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2 章 · 地圖與畫面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不要空氣牆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5" name="Picture 4" descr="地圖邊界.png"/>
          <p:cNvPicPr>
            <a:picLocks noChangeAspect="1"/>
          </p:cNvPicPr>
          <p:nvPr/>
        </p:nvPicPr>
        <p:blipFill>
          <a:blip r:embed="rId1"/>
          <a:srcRect t="70" b="70"/>
          <a:stretch>
            <a:fillRect/>
          </a:stretch>
        </p:blipFill>
        <p:spPr>
          <a:xfrm>
            <a:off x="594360" y="1920240"/>
            <a:ext cx="5577840" cy="2706624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4718304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玩家看到的是一整片森林，不是一道牆。</a:t>
            </a:r>
            <a:endParaRPr sz="14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5300979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12080"/>
            <a:ext cx="5184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西、北、南三面各鋪一排樹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685800" y="5703316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614416"/>
            <a:ext cx="5184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230 棵邊界樹、5 道碰撞牆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85800" y="6105651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6016752"/>
            <a:ext cx="5184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東面靠河流，天然過不去</a:t>
            </a:r>
            <a:endParaRPr sz="16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480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玩家討厭的不是走不過去，</a:t>
            </a:r>
            <a:endParaRPr sz="20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20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是「看得到卻走不過去」。</a:t>
            </a:r>
            <a:endParaRPr sz="20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6520" y="3127248"/>
            <a:ext cx="5148072" cy="146304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273552"/>
            <a:ext cx="45994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所以做法反過來</a:t>
            </a:r>
            <a:endParaRPr sz="15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0" y="3621024"/>
            <a:ext cx="4599432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先用視覺講清楚這裡過不去，碰撞牆藏在樹的後面。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玩家從沒想過要往那走，自然不會撞到牆。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46520" y="4773168"/>
            <a:ext cx="5148072" cy="1371600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919472"/>
            <a:ext cx="45994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村口刻意留一個缺口</a:t>
            </a:r>
            <a:endParaRPr sz="15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0840" y="5266944"/>
            <a:ext cx="459943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柵欄旁提到南方通往眠雪鎮——邊界不只是牆，</a:t>
            </a:r>
            <a:endParaRPr sz="15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是「有路，只是現在還不能去」。</a:t>
            </a:r>
            <a:endParaRPr sz="15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3 章 · 對話與任務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NPC 現在該說哪一段話？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6309360" cy="530352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狀態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0320" y="1920240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判斷條件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74920" y="192024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說哪一段</a:t>
            </a:r>
            <a:endParaRPr sz="15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560320"/>
            <a:ext cx="6309360" cy="676656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784348"/>
            <a:ext cx="228600" cy="228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12801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可接取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0" y="2560320"/>
            <a:ext cx="23317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任務還沒接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委託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3310127"/>
            <a:ext cx="6309360" cy="676656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3534156"/>
            <a:ext cx="228600" cy="22860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10127"/>
            <a:ext cx="12801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進行中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0320" y="3310127"/>
            <a:ext cx="23317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道具還不夠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920" y="3310127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催促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4059935"/>
            <a:ext cx="6309360" cy="676656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" y="4283964"/>
            <a:ext cx="228600" cy="228600"/>
          </a:xfrm>
          <a:prstGeom prst="ellipse">
            <a:avLst/>
          </a:prstGeom>
          <a:solidFill>
            <a:srgbClr val="D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59935"/>
            <a:ext cx="12801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可交付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60320" y="4059935"/>
            <a:ext cx="23317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道具集滿了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4059935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交付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4809744"/>
            <a:ext cx="6309360" cy="676656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5033772"/>
            <a:ext cx="228600" cy="228600"/>
          </a:xfrm>
          <a:prstGeom prst="ellipse">
            <a:avLst/>
          </a:prstGeom>
          <a:solidFill>
            <a:srgbClr val="5A6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12801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已完成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60320" y="4809744"/>
            <a:ext cx="23317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任務已完成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74920" y="4809744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閒聊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56692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四種狀態各對應一段可以自由填寫的台詞——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新增一個 NPC 只要填表格，不用改程式。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30" name="Picture 29" descr="亞爾位置.png"/>
          <p:cNvPicPr>
            <a:picLocks noChangeAspect="1"/>
          </p:cNvPicPr>
          <p:nvPr/>
        </p:nvPicPr>
        <p:blipFill>
          <a:blip r:embed="rId1"/>
          <a:srcRect l="31000" t="11010" r="19000" b="39010"/>
          <a:stretch>
            <a:fillRect/>
          </a:stretch>
        </p:blipFill>
        <p:spPr>
          <a:xfrm>
            <a:off x="6720840" y="1920240"/>
            <a:ext cx="4873752" cy="2368296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6720840" y="4407408"/>
            <a:ext cx="4873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「可接取」狀態：NPC 頭上浮現黃色驚嘆號。</a:t>
            </a:r>
            <a:endParaRPr sz="14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20840" y="5102352"/>
            <a:ext cx="4873752" cy="1371600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59" y="5102352"/>
            <a:ext cx="4325112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玩家不用進對話，</a:t>
            </a:r>
            <a:endParaRPr sz="18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8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遠遠看就知道誰有事找他。</a:t>
            </a:r>
            <a:endParaRPr sz="18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3 章 · 對話與任務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把「玩家知道什麼」變成一種資源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257800" cy="1225296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原本的問題</a:t>
            </a:r>
            <a:endParaRPr sz="15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玩家一走近亞爾，選項就出現「聽說你弄丟了佩劍？」</a:t>
            </a:r>
            <a:endParaRPr sz="15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——他還沒跟任何人聊過，角色像會讀心術。</a:t>
            </a:r>
            <a:endParaRPr sz="15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3273552"/>
            <a:ext cx="5257800" cy="1133856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3493008"/>
            <a:ext cx="292608" cy="292608"/>
          </a:xfrm>
          <a:prstGeom prst="ellipse">
            <a:avLst/>
          </a:prstGeom>
          <a:solidFill>
            <a:srgbClr val="5A6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45643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第一版：把選項藏起來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" y="3877056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玩家永遠不知道自己錯過了一整條支線。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4517136"/>
            <a:ext cx="5257800" cy="11338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" y="4736592"/>
            <a:ext cx="292608" cy="29260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700016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第二版：顯示「？？？」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" y="5120640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玩家知道有東西沒拿到，會主動去打聽。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5852160"/>
            <a:ext cx="52578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這個改動把「錯過」變成「好奇」。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7" name="Picture 16" descr="缺乏情報.png"/>
          <p:cNvPicPr>
            <a:picLocks noChangeAspect="1"/>
          </p:cNvPicPr>
          <p:nvPr/>
        </p:nvPicPr>
        <p:blipFill>
          <a:blip r:embed="rId1"/>
          <a:srcRect t="51" b="51"/>
          <a:stretch>
            <a:fillRect/>
          </a:stretch>
        </p:blipFill>
        <p:spPr>
          <a:xfrm>
            <a:off x="6263640" y="1874519"/>
            <a:ext cx="5330952" cy="2587752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263640" y="4553712"/>
            <a:ext cx="5330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右下角半透明的「？？？」，左上角同時跳出「缺少情報」的提示。</a:t>
            </a:r>
            <a:endParaRPr sz="14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5212080"/>
            <a:ext cx="5330952" cy="1261872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5358384"/>
            <a:ext cx="4782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兩個刻意的細節</a:t>
            </a:r>
            <a:endParaRPr sz="15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59" y="5705856"/>
            <a:ext cx="478231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提示不寫出情報名稱，講出來就等於暴雷；</a:t>
            </a:r>
            <a:endParaRPr sz="14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選到鎖住的選項也不會結束對話，可以繼續選別的。</a:t>
            </a:r>
            <a:endParaRPr sz="14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4 章 · UI 架構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UI 物件怎麼組織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760720" cy="530352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52120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［ Canvas ］</a:t>
            </a:r>
            <a:endParaRPr sz="16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78408" y="2487168"/>
            <a:ext cx="5376672" cy="438912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487168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FloatingTextLayer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41064" y="248716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撿道具的飄字</a:t>
            </a:r>
            <a:endParaRPr sz="13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78408" y="2980944"/>
            <a:ext cx="5376672" cy="43891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80944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DialogPanel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41064" y="2980944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對話框</a:t>
            </a:r>
            <a:endParaRPr sz="13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78408" y="3474720"/>
            <a:ext cx="5376672" cy="438912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474720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InteractionPromptPanel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41064" y="347472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「按 F 對話」提示</a:t>
            </a:r>
            <a:endParaRPr sz="13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78408" y="3968496"/>
            <a:ext cx="5376672" cy="43891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968496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NotificationPanel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41064" y="3968496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左上角通知</a:t>
            </a:r>
            <a:endParaRPr sz="13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78408" y="4462272"/>
            <a:ext cx="5376672" cy="438912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462272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InfoWindow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41064" y="4462272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背包・任務・情報</a:t>
            </a:r>
            <a:endParaRPr sz="13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78408" y="4956048"/>
            <a:ext cx="5376672" cy="43891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4956048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SettingsPanel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41064" y="495604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音量・鍵位</a:t>
            </a:r>
            <a:endParaRPr sz="13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78408" y="5449824"/>
            <a:ext cx="5376672" cy="438912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5449824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RiftCutscenePanel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41064" y="5449824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過場演出</a:t>
            </a:r>
            <a:endParaRPr sz="13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5980176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階層由上到下　＝　畫面由底層到最上層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720840" y="1874519"/>
            <a:ext cx="4873752" cy="1426464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59" y="2039112"/>
            <a:ext cx="4325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排列順序就是繪製順序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95159" y="2423160"/>
            <a:ext cx="432511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飄字排最上面所以畫在最底層，過場演出排最後所以蓋在最上層。不用寫程式調圖層。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20840" y="3410711"/>
            <a:ext cx="4873752" cy="1426464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59" y="3575303"/>
            <a:ext cx="4325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相關的東西包成一組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95159" y="3959351"/>
            <a:ext cx="432511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三個資訊分頁和它們共用的分頁列，全部裝在 InfoWindow 底下，一起開一起關。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720840" y="4946904"/>
            <a:ext cx="4873752" cy="1426464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59" y="5111496"/>
            <a:ext cx="4325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面板預設是關著的</a:t>
            </a:r>
            <a:endParaRPr sz="1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95159" y="5495544"/>
            <a:ext cx="432511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場景裡看到的是「全部收起來」的狀態，由程式決定什麼時候打開哪一個。</a:t>
            </a:r>
            <a:endParaRPr sz="14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5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5 章 · 存檔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用 ID 記住這個世界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存檔沒辦法存「東西本身」，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只能存「它叫什麼名字」。</a:t>
            </a:r>
            <a:endParaRPr sz="1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999232"/>
            <a:ext cx="5257800" cy="694944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99232"/>
            <a:ext cx="47091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存檔：物件 → 字串 ID　　讀檔：ID → 物件</a:t>
            </a:r>
            <a:endParaRPr sz="16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384048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所以需要一份對照表</a:t>
            </a:r>
            <a:endParaRPr sz="15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4334256"/>
            <a:ext cx="47091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遊戲裡拖著全部的道具、任務、情報。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讀檔時用 ID 在這份清單裡查回真正的東西。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5285232"/>
            <a:ext cx="5257800" cy="1170432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31536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代價：新增東西要記得登記</a:t>
            </a:r>
            <a:endParaRPr sz="15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忘了登記，玩家的任務會莫名消失。所以讀檔查不到時會主動印出警告。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4" name="Picture 13" descr="存檔槽介面.png"/>
          <p:cNvPicPr>
            <a:picLocks noChangeAspect="1"/>
          </p:cNvPicPr>
          <p:nvPr/>
        </p:nvPicPr>
        <p:blipFill>
          <a:blip r:embed="rId1"/>
          <a:srcRect t="35" b="35"/>
          <a:stretch>
            <a:fillRect/>
          </a:stretch>
        </p:blipFill>
        <p:spPr>
          <a:xfrm>
            <a:off x="7287768" y="1874519"/>
            <a:ext cx="3291840" cy="214884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263640" y="4114800"/>
            <a:ext cx="5330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三個存檔槽，記錄場景、時間與遊玩時數</a:t>
            </a:r>
            <a:endParaRPr sz="13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63640" y="4590288"/>
            <a:ext cx="5330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存檔裡記了什麼</a:t>
            </a:r>
            <a:endParaRPr sz="17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318503" y="5146548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5" y="5065776"/>
            <a:ext cx="49743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玩家在哪個場景、哪個座標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318503" y="5567172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5" y="5486400"/>
            <a:ext cx="49743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任務進度與已解鎖的情報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318503" y="5987796"/>
            <a:ext cx="118872" cy="11887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5" y="5907024"/>
            <a:ext cx="49743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背包內容、撿過哪些東西、採過哪些田</a:t>
            </a:r>
            <a:endParaRPr sz="15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技術講解 · 補充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其餘系統一頁總覽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493008" cy="201168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2066543"/>
            <a:ext cx="402336" cy="40233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066543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鍵位設定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2670048"/>
            <a:ext cx="29809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9 個動作可自訂。按鍵衝突時自動對調兩個動作，不會出現沒鍵可按的狀態。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70248" y="1828800"/>
            <a:ext cx="3493008" cy="201168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2066543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632" y="2066543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通知與飄字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2670048"/>
            <a:ext cx="29809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左上角會排隊的系統通知，加上物品原地冒出的飄字，是兩條不同的管道。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46136" y="1828800"/>
            <a:ext cx="3493008" cy="201168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02167" y="2066543"/>
            <a:ext cx="402336" cy="402336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19" y="2066543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相機系統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02167" y="2670048"/>
            <a:ext cx="29809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邊界由當下載入的場景自己帶進來。地圖比畫面小時改成釘在中心。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4023360"/>
            <a:ext cx="3493008" cy="201168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4261104"/>
            <a:ext cx="402336" cy="40233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0744" y="4261104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音效管理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" y="4864608"/>
            <a:ext cx="29809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集中管理音量與播放。個別物件不指定音效時，自動回退到共用預設。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70248" y="4023360"/>
            <a:ext cx="3493008" cy="201168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4261104"/>
            <a:ext cx="402336" cy="402336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4261104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互動偵測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80" y="4864608"/>
            <a:ext cx="29809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從射線改成範圍偵測，修掉「站在物品正上方反而按不到」的問題。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946136" y="4023360"/>
            <a:ext cx="3493008" cy="201168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02167" y="4261104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19" y="4261104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中文字型</a:t>
            </a:r>
            <a:endParaRPr sz="16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02167" y="4864608"/>
            <a:ext cx="29809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主字型缺中文字時會自動換成備援字型，但兩套字的大小和基線都得手動對齊。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6144768"/>
            <a:ext cx="110029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這六個都不是主角，但它們共同決定了這個 Demo 玩起來像不像一款完成的遊戲。</a:t>
            </a:r>
            <a:endParaRPr sz="14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收尾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做完了，接下來</a:t>
            </a:r>
            <a:endParaRPr sz="3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從標題畫面到結局提示，</a:t>
            </a:r>
            <a:endParaRPr sz="18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8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是一條可以完整走完的流程。</a:t>
            </a:r>
            <a:endParaRPr sz="18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7</a:t>
            </a:r>
            <a:r>
              <a:rPr sz="14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個場景</a:t>
            </a:r>
            <a:endParaRPr sz="140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31089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r>
              <a:rPr sz="14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位 NPC</a:t>
            </a:r>
            <a:endParaRPr sz="140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r>
              <a:rPr sz="14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條任務</a:t>
            </a:r>
            <a:endParaRPr sz="140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65</a:t>
            </a:r>
            <a:r>
              <a:rPr sz="140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支腳本</a:t>
            </a:r>
            <a:endParaRPr sz="140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530352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沒有戰鬥，但存檔、對話、任務、情報、</a:t>
            </a:r>
            <a:endParaRPr sz="150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UI 與鍵位設定都是完整可用的。</a:t>
            </a:r>
            <a:endParaRPr sz="150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3309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接下來三個方向</a:t>
            </a:r>
            <a:endParaRPr sz="18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2377440"/>
            <a:ext cx="5330952" cy="1243584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59689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95159" y="2578608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擴充地圖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59" y="3035808"/>
            <a:ext cx="47823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東岸地形已鋪好但到不了，還有村口提到的眠雪鎮。</a:t>
            </a:r>
            <a:endParaRPr sz="14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3749039"/>
            <a:ext cx="5330952" cy="1243584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59" y="396849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7FA65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300" b="1">
              <a:solidFill>
                <a:srgbClr val="7FA65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95159" y="3950207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補完現有系統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7959" y="4407407"/>
            <a:ext cx="47823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AF2E4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存檔點、作物採收後重長、操作說明畫面。</a:t>
            </a:r>
            <a:endParaRPr sz="1400" b="0">
              <a:solidFill>
                <a:srgbClr val="EAF2E4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5120640"/>
            <a:ext cx="5330952" cy="1243584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59" y="5340096"/>
            <a:ext cx="329184" cy="329184"/>
          </a:xfrm>
          <a:prstGeom prst="ellipse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3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95159" y="5321807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加入戰鬥系統</a:t>
            </a:r>
            <a:endParaRPr sz="17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7959" y="5779007"/>
            <a:ext cx="47823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目前刻意沒做的最大一塊，下一階段的主軸。</a:t>
            </a:r>
            <a:endParaRPr sz="1400" b="0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WPS Presentation</Application>
  <PresentationFormat>On-screen Show (4:3)</PresentationFormat>
  <Paragraphs>486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新細明體</vt:lpstr>
      <vt:lpstr>Wingdings</vt:lpstr>
      <vt:lpstr>Arial</vt:lpstr>
      <vt:lpstr>微軟正黑體</vt:lpstr>
      <vt:lpstr>Calibri</vt:lpstr>
      <vt:lpstr>Microsoft YaHei</vt:lpstr>
      <vt:lpstr>SimSun</vt:lpstr>
      <vt:lpstr>Arial Unicode MS</vt:lpstr>
      <vt:lpstr>新細明體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5</cp:revision>
  <dcterms:created xsi:type="dcterms:W3CDTF">2013-01-27T09:14:00Z</dcterms:created>
  <dcterms:modified xsi:type="dcterms:W3CDTF">2026-09-08T10:10:40Z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